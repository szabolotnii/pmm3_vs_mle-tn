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(≈25 с)
Доброго дня. Мене звати Сергій Заболотній. Тема доповіді — порівняння двох підходів до оцінювання параметрів лінійної регресії, коли похибки мають двочастинний нормальний розподіл (Two-piece Normal, TN): напівпараметричного методу поліноміальної максимізації третього степеня — PMM3, і повністю параметричного методу максимальної правдоподібності — MLE-TN. Робота виконана спільно з колегами з Черкаського державного технологічного університету. Основне практичне питання, на яке ми відповідаємо: коли і наскільки PMM3 кращий за MLE-TN і за класичний МНК.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(≈70 с)
Класичний метод найменших квадратів є найкращим лінійним незміщеним оцінювачем (BLUE) лише за гауссових похибок. Щойно розподіл відхиляється від нормального — а нас цікавлять саме симетричні платикуртичні похибки з від'ємним ексцесом (гамма-чотири менше нуля) — МНК втрачає асимптотичну оптимальність, і оцінювачі, що спираються на старші моменти, дають суттєво меншу дисперсію.
Платикуртичні похибки — не екзотика. Вони виникають при вимірюваннях з обмеженим діапазоном, у гістограмах залишків регресії, при агрегуванні джерел похибок рівномірного типу — у метрології, медицині, економетриці.
Як модельний бенчмарк беремо двочастинний нормальний розподіл TN. Він зручний тим, що одним параметром форми лямбда перекриває весь діапазон: від майже гауссового при лямбда близько нуля до різко бімодального при лямбда понад 0.707, лишаючись симетричним. Праворуч видно, як зі зростанням лямбда щільність розпливається й роздвоюється. Саме на цьому класі ми й ставимо питання: коли PMM3 виграє.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(≈60 с)
Порівнюємо три оцінювачі. МНК оцінює лише вектор бета — p параметрів, не потребує знання форми розподілу і є базовою лінією: відносна ефективність ARE дорівнює одиниці.
PMM3 теж оцінює лише бета, ті самі p параметрів, але використовує вибіркові моменти 2-го, 4-го та 6-го порядків. Він напівпараметричний — не потребує знання функціональної форми, працює для будь-якого симетричного розподілу. Його дисперсія дорівнює дисперсії МНК, помноженій на коефіцієнт g3, що не перевищує одиниці.
MLE-TN — повністю параметричний: оцінює p плюс два параметри (бета, масштаб ета і форму лямбда) і при правильній специфікації досягає межі Крамера–Рао. Але лише якщо розподіл справді TN. Оце і є компроміс: параметрична потужність проти робастності до хибної специфікації. Це стрижень усієї роботи.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(≈70 с)
Тепер ключова теорія. PMM3 оцінює бета через момент-коригований score, і весь виграш у дисперсії описується одним коефіцієнтом ефективності g3. Формула на слайді: g3 = 1 − гамма-чотири² / (6 + 9·гамма-чотири + гамма-шість), де гамма-чотири і гамма-шість — нормовані кумулянти 4-го і 6-го порядків.
Звідси два граничні випадки. Коли гамма-чотири = 0, тобто розподіл гауссовий, g3 = 1, і PMM3 збігається з МНК. Коли похибки платикуртичні, g3 менший за одиницю, і PMM3 строго ефективніший. Принципово, що g3 залежить лише від кумулянтів, які оцінюються прямо з вибірки, — тож метод консистентний і асимптотично нормальний незалежно від форми розподілу.
Крива праворуч показує величину виграшу. Уже на порозі бімодальності (лямбда 1.5) маємо близько 34% зниження дисперсії, а при лямбда 5 — до 95.5% порівняно з МНК. Це дуже відчутно.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(≈75 с)
Теорію перевірили Монте-Карло. Дизайн: 500 реплікацій, чотири обсяги вибірки від 46 до 500, шість значень лямбда від 0.5 до 5, фіксований seed для відтворюваності.
Результати підтверджують теорію. По-перше, при великих лямбда PMM3 дає величезний виграш — до 23.8 раза над МНК за ефективністю при лямбда 5. По-друге, MLE-TN при правильній специфікації трохи попереду PMM3, але відрив не більший за 15% — і це ціною знання форми розподілу, яке на практиці рідко відоме. По-третє, емпіричний g3 збігається з теоретичним з точністю до 10% уже при n ≥ 100. І нарешті, Newton–Raphson для PMM3 збігся у 100% випадків в усіх 24 блоках, включно з бімодальними.
На правому рисунку — порівняння ефективності по панелях лямбда: червоні стовпці MLE-TN, сині PMM3; обидва ростуть над пунктирною лінією МНК зі зростанням лямбда. Менший рисунок показує збіжність емпіричного коефіцієнта до теоретичного зі зростанням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(≈70 с)
Від симуляцій — до реальних даних. Беремо класичний набір ірисів Фішера, вид versicolor, 50 спостережень. Діагностика залишків МНК показує виражену платикуртичність: оцінка гамма-чотири = −0.966, відношення розмаху до стандартного відхилення 3.58. Тобто умова ефективності PMM3 (гамма-чотири менше −0.7) виконана. На гістограмі праворуч видно, що залишки притиснуті радше до рівномірного, ніж до нормального профілю.
Результати в таблиці. PMM3 виграє за обома критеріями: найменша помилка крос-валідації LOO-MSE і 43% зниження дисперсії за бутстрепом (при теоретичних 51.7% — для n=50 розумна відповідність). Найцікавіше, що MLE-TN тут найгірший: попри в принципі правильну специфікацію, при лише 50 спостереженнях він оцінює два зайві параметри (ета й лямбда) і програє через надмірну параметризацію. Тобто на малих вибірках параметрична розкіш обертається втратою.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(≈60 с)
А що, коли розподіл узагалі не TN? Це тест на робастність. Ми згенерували похибки чотирьох інших типів — рівномірні, трикутні, логістичні й Стьюдента t10 — і подивилися, як поводяться методи при хибній специфікації (n=100, M=500).
PMM3 робастний: його відносна ефективність дорівнює одиниці для всіх розподілів. Тобто він ніколи не гірший за МНК, навіть коли припущення порушені. А MLE-TN нестабільний: для трикутного розподілу його ефективність 0.969 — він гірший за звичайний МНК. Висновок простий і практичний: коли ви не впевнені у формі розподілу похибок, PMM3 — безпечний вибір. Ви нічого не втрачаєте відносно МНК, але отримуєте виграш, щойно з'являється платикуртичність.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(≈55 с)
Підсумую. Теоретично PMM3 дає від 7 до 95 відсотків зниження дисперсії для TN-похибок. У симуляціях MLE-TN ефективніший при великих лямбда, але лише за правильної специфікації; емпіричний g3 виходить на теорію при n ≥ 100. За робастністю PMM3 завжди тримає ефективність близько одиниці, тоді як MLE-TN може просісти нижче МНК. На реальних ірисах PMM3 зрізав дисперсію на 43% і обійшов обидва конкуренти.
Звідси проста практична настанова — праворуч на слайді. Якщо гамма-чотири менше −0.7, форма TN надійно відома і вибірка велика — беріть MLE-TN. Якщо платикуртичність є, але в розподілі ви не впевнені — беріть PMM3. Якщо ж залишки близькі до гауссових (гамма-чотири більше −0.7) — достатньо звичайного МНК. Дякую за увагу, готовий до запитань.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 INTERNATIONAL CONFERENCE ITEST-2026  ·  CHERKASY, UKRAINE  ·  JUNE 24–25,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PMM3 vs MLE-TN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Semiparametric vs Parametric Estimation of Linear Regression Parameters under Two-Piece Normal Errors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85800" y="3611880"/>
            <a:ext cx="4114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Serhii Zabolotnii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¹,  Anatolii Chepynoha², Pavlo Klopotovskyi²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Cherkasy State Business College, Cherkasy, Ukraine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 Cherkasy State Technological University, Cherkasy, Ukraine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zabolotniua@gmail.com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Is Optimal Only Under Gaussian Errors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is BLUE only under Gaussian errors. </a:t>
            </a:r>
            <a:endParaRPr lang="en-US" sz="155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symmetric non-Gaussian platykurtic errors (γ₄ &lt; 0) it loses asymptotic optimality — estimators using higher-order moments achieve far lower variance.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Platykurtic errors are common: </a:t>
            </a:r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limited-range measurements, regression-residual histograms, aggregation of uniform-type error sources (metrology, medicine, econometrics).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Two-Piece Normal (TN) distribution spans near-Gaussian (λ≈0) to sharply bimodal (λ≫0.707) while staying symmetric — a natural benchmark.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5074920"/>
            <a:ext cx="5852160" cy="12344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5074920"/>
            <a:ext cx="10972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1663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When, and by how much, is PMM3 better than MLE-TN and OLS?</a:t>
            </a:r>
            <a:endParaRPr lang="en-US" sz="1300" dirty="0"/>
          </a:p>
        </p:txBody>
      </p:sp>
      <p:pic>
        <p:nvPicPr>
          <p:cNvPr id="9" name="Image 0" descr="img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91640"/>
            <a:ext cx="5394960" cy="30431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75120" y="47805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TN densities for λ ∈ {0.5 … 5}; dotted line λ=0.707 (bimodality threshold).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Estimators Compared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88920"/>
                <a:gridCol w="731520"/>
                <a:gridCol w="338328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error form?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under TN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(optimal at Gaussian)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(ARE = 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PMM3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 (moments 2,4,6)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any symmetric PDF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× g₃ ,  g₃ ≤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MLE-TN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β, η, 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p+2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TN 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Cramér–Rao at TN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754880"/>
            <a:ext cx="3520440" cy="15087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502920" y="4754880"/>
            <a:ext cx="352044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491947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parametric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MLE-TN reaches the Cramér–Rao bound — but only if the TN form is correctly specified.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4754880"/>
            <a:ext cx="3520440" cy="15087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4754880"/>
            <a:ext cx="352044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4462272" y="491947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Semiparametric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relies on moments alone; no knowledge of the error PDF is required.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92440" y="4754880"/>
            <a:ext cx="3520440" cy="15087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8092440" y="4754880"/>
            <a:ext cx="352044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8257032" y="491947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power vs robustness to misspecification — the core of this study.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PMM3 Efficiency: g₃ Depends Only on Cumulants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estimates β with a moment-corrected score and a fixed efficiency coefficient: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852160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14884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Var(PMM3) = g₃ · Var(OLS)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g₃ = 1 − γ₄² / (6 + 9γ₄ + γ₆)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γ₄, γ₆ — normalized 4th &amp; 6th cumulants of the errors.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g₃ → 1 at γ₄ = 0  ⇒  PMM3 ≡ OLS (Gaussian case).</a:t>
            </a:r>
            <a:endParaRPr lang="en-US" sz="15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g₃ &lt; 1 for platykurtic errors ⇒ PMM3 strictly more efficient.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&amp; asymptotically normal — independent of the error form.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5257800"/>
            <a:ext cx="5852160" cy="1005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5257800"/>
            <a:ext cx="10972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257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λ=1.5 (bimodality onset): 34% variance gain. 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λ=5: up to 95.5% reduction vs OLS.</a:t>
            </a:r>
            <a:endParaRPr lang="en-US" sz="1400" dirty="0"/>
          </a:p>
        </p:txBody>
      </p:sp>
      <p:pic>
        <p:nvPicPr>
          <p:cNvPr id="12" name="Image 0" descr="img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5394960" cy="32088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75120" y="4991931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 Theoretical efficiency g₃ vs shape parameter λ (lower = more efficient).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Monte Carlo Confirms the Theory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500 replications · n ∈ {46,100,200,500} · λ ∈ {0.5 … 5} · seed 20260312.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4937760" cy="7498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23.8×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7400" y="233172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of PMM3 over OLS at λ=5, n=100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4937760" cy="7498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≤15%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57400" y="320040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lags MLE-TN at large λ, with no need to know the PDF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4937760" cy="7498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n≥100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40690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g₃ matches theory within ±10%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4937760" cy="74980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377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57400" y="493776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Newton–Raphson convergence across all 24 MC blocks</a:t>
            </a:r>
            <a:endParaRPr lang="en-US" sz="1300" dirty="0"/>
          </a:p>
        </p:txBody>
      </p:sp>
      <p:pic>
        <p:nvPicPr>
          <p:cNvPr id="18" name="Image 0" descr="img/image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91640"/>
            <a:ext cx="3657600" cy="297760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77840" y="470582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5. ARE = Var(OLS)/Var(method) by λ and n.</a:t>
            </a:r>
            <a:endParaRPr lang="en-US" sz="1050" dirty="0"/>
          </a:p>
        </p:txBody>
      </p:sp>
      <p:pic>
        <p:nvPicPr>
          <p:cNvPr id="20" name="Image 1" descr="img/image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691640"/>
            <a:ext cx="2240280" cy="136848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464040" y="3096701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 Empirical g̃₃ → theoretical g₃ as n grows.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Data: Iris versicolor (n = 50)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residuals are markedly platykurtic: 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γ̂₄ = −0.966, span/SD ≈ 3.58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PMM3 efficiency condition is satisfied (γ̂₄ &lt; −0.7).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514600"/>
          <a:ext cx="5852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46304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LOO-MSE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ratio (bootstrap)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PMM3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MLE-TN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029200"/>
            <a:ext cx="5852160" cy="12801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5"/>
          <p:cNvSpPr/>
          <p:nvPr/>
        </p:nvSpPr>
        <p:spPr>
          <a:xfrm>
            <a:off x="502920" y="5029200"/>
            <a:ext cx="109728" cy="1280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138928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wins on both criteria. 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 variance reduction (vs 51.7% theoretical) and lowest LOO-MSE. MLE-TN is worst — at n=50 it over-parameterizes (estimates η, λ too).</a:t>
            </a:r>
            <a:endParaRPr lang="en-US" sz="1350" dirty="0"/>
          </a:p>
        </p:txBody>
      </p:sp>
      <p:pic>
        <p:nvPicPr>
          <p:cNvPr id="10" name="Image 0" descr="img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91640"/>
            <a:ext cx="5394960" cy="3370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5107653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 OLS-residual histogram vs N(0,1) and Uniform reference.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75488" y="53035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under Misspecification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error PDF ≠ TN (uniform, triangular, logistic, t₁₀) · n = 100 · M = 500.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6492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γ₄ (true)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(MLE-TN)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(PMM3)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60920" y="2103120"/>
            <a:ext cx="434340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5"/>
          <p:cNvSpPr/>
          <p:nvPr/>
        </p:nvSpPr>
        <p:spPr>
          <a:xfrm>
            <a:off x="7360920" y="2103120"/>
            <a:ext cx="10972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589520" y="221284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is robust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≈ 1.0 everywhere — never worse than OLS, even when assumptions fail.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60920" y="3337560"/>
            <a:ext cx="434340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7360920" y="3337560"/>
            <a:ext cx="10972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3447288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MLE-TN can fail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= 0.969 for triangular errors — worse than plain OLS under misspecification.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5257800"/>
            <a:ext cx="1120140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5257800"/>
            <a:ext cx="11201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PMM3 is the safe choice when the error distribution is uncertain.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vs MLE-TN  ·  Two-Piece Normal errors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988552" y="654710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ITEST-2026  ·  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PRACTICAL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the Estimator by the Residual Kurtosis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gives 7–95% variance reduction vs OLS for TN errors (λ = 1…5).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MLE-TN is most efficient at large λ if correctly specified; empirical g₃ → theory at n ≥ 100.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keeps ARE ≈ 1 under misspecification; MLE-TN can fall below OLS.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data: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versicolor — PMM3 cuts variance 43%, beats OLS and MLE-TN.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PMM3 &gt; OLS only when γ₄ &lt; −0.7; otherwise all methods ≈ OLS.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0" y="1737360"/>
            <a:ext cx="4617720" cy="4160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086600" y="1737360"/>
            <a:ext cx="461772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7373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2514600"/>
            <a:ext cx="109728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γ₄ &lt; −0.7  +  TN form known  +  large 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MLE-TN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0" y="3611880"/>
            <a:ext cx="109728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36118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γ₄ &lt; −0.7  +  distribution uncertain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PMM3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4709160"/>
            <a:ext cx="109728" cy="868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47091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γ₄ ≥ −0.7  (near-Gaussian)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zabolotniua@gmail.com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PMM3 vs MLE-TN</dc:title>
  <dc:subject>PptxGenJS Presentation</dc:subject>
  <dc:creator>Serhii Zabolotnii</dc:creator>
  <cp:lastModifiedBy>Serhii Zabolotnii</cp:lastModifiedBy>
  <cp:revision>1</cp:revision>
  <dcterms:created xsi:type="dcterms:W3CDTF">2026-06-22T11:20:33Z</dcterms:created>
  <dcterms:modified xsi:type="dcterms:W3CDTF">2026-06-22T11:20:33Z</dcterms:modified>
</cp:coreProperties>
</file>